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BF6CE-721E-4614-8D0F-D80DE555BC59}" v="9" dt="2025-11-18T03:05:44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resha Miller" userId="7c187f06-a80d-4e0d-b317-e4f19d61f704" providerId="ADAL" clId="{91048D4D-DC02-43DF-993C-396F3D014D91}"/>
    <pc:docChg chg="undo custSel delSld modSld">
      <pc:chgData name="Theresha Miller" userId="7c187f06-a80d-4e0d-b317-e4f19d61f704" providerId="ADAL" clId="{91048D4D-DC02-43DF-993C-396F3D014D91}" dt="2025-11-18T03:07:11.272" v="292" actId="1076"/>
      <pc:docMkLst>
        <pc:docMk/>
      </pc:docMkLst>
      <pc:sldChg chg="addSp delSp modSp mod setBg">
        <pc:chgData name="Theresha Miller" userId="7c187f06-a80d-4e0d-b317-e4f19d61f704" providerId="ADAL" clId="{91048D4D-DC02-43DF-993C-396F3D014D91}" dt="2025-11-18T01:40:45.242" v="120" actId="255"/>
        <pc:sldMkLst>
          <pc:docMk/>
          <pc:sldMk cId="0" sldId="256"/>
        </pc:sldMkLst>
        <pc:spChg chg="mod">
          <ac:chgData name="Theresha Miller" userId="7c187f06-a80d-4e0d-b317-e4f19d61f704" providerId="ADAL" clId="{91048D4D-DC02-43DF-993C-396F3D014D91}" dt="2025-11-18T01:36:14.330" v="5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eresha Miller" userId="7c187f06-a80d-4e0d-b317-e4f19d61f704" providerId="ADAL" clId="{91048D4D-DC02-43DF-993C-396F3D014D91}" dt="2025-11-18T01:36:38.810" v="68" actId="14100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Theresha Miller" userId="7c187f06-a80d-4e0d-b317-e4f19d61f704" providerId="ADAL" clId="{91048D4D-DC02-43DF-993C-396F3D014D91}" dt="2025-11-18T01:40:45.242" v="120" actId="255"/>
          <ac:spMkLst>
            <pc:docMk/>
            <pc:sldMk cId="0" sldId="256"/>
            <ac:spMk id="4" creationId="{29AA48E2-D8BC-4B9B-440F-55D215A8478A}"/>
          </ac:spMkLst>
        </pc:spChg>
        <pc:spChg chg="add 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8" creationId="{489B7BFD-8F45-4093-AD9C-91B15B0503D9}"/>
          </ac:spMkLst>
        </pc:spChg>
        <pc:spChg chg="add del">
          <ac:chgData name="Theresha Miller" userId="7c187f06-a80d-4e0d-b317-e4f19d61f704" providerId="ADAL" clId="{91048D4D-DC02-43DF-993C-396F3D014D91}" dt="2025-11-18T01:34:32.684" v="1" actId="26606"/>
          <ac:spMkLst>
            <pc:docMk/>
            <pc:sldMk cId="0" sldId="256"/>
            <ac:spMk id="9" creationId="{F609FF9A-4FCE-468E-A86A-C9AB525EAE71}"/>
          </ac:spMkLst>
        </pc:spChg>
        <pc:spChg chg="add del">
          <ac:chgData name="Theresha Miller" userId="7c187f06-a80d-4e0d-b317-e4f19d61f704" providerId="ADAL" clId="{91048D4D-DC02-43DF-993C-396F3D014D91}" dt="2025-11-18T01:34:32.684" v="1" actId="26606"/>
          <ac:spMkLst>
            <pc:docMk/>
            <pc:sldMk cId="0" sldId="256"/>
            <ac:spMk id="11" creationId="{021E12D4-3A88-428D-8E5E-AF1AFD923D63}"/>
          </ac:spMkLst>
        </pc:spChg>
        <pc:spChg chg="add 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14" creationId="{498F8FF6-43B4-494A-AF8F-123A4983EDF7}"/>
          </ac:spMkLst>
        </pc:spChg>
        <pc:spChg chg="add 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16" creationId="{2B06059C-C357-4011-82B9-9C0106301384}"/>
          </ac:spMkLst>
        </pc:spChg>
        <pc:spChg chg="add 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18" creationId="{5AFEC601-A132-47EE-B0C2-B38ACD9FCE6F}"/>
          </ac:spMkLst>
        </pc:spChg>
        <pc:spChg chg="add 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20" creationId="{279CAF82-0ECF-42BE-8F37-F71941E5D410}"/>
          </ac:spMkLst>
        </pc:spChg>
        <pc:spChg chg="add 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22" creationId="{218E095B-4870-4AD5-9C41-C16D59523501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30" creationId="{1E5A83E3-8A11-4492-BB6E-F5F2240316FB}"/>
          </ac:spMkLst>
        </pc:spChg>
        <pc:spChg chg="add 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31" creationId="{033BC44A-0661-43B4-9C14-FD5963C226AE}"/>
          </ac:spMkLst>
        </pc:spChg>
        <pc:spChg chg="add">
          <ac:chgData name="Theresha Miller" userId="7c187f06-a80d-4e0d-b317-e4f19d61f704" providerId="ADAL" clId="{91048D4D-DC02-43DF-993C-396F3D014D91}" dt="2025-11-18T01:34:32.715" v="2" actId="26606"/>
          <ac:spMkLst>
            <pc:docMk/>
            <pc:sldMk cId="0" sldId="256"/>
            <ac:spMk id="33" creationId="{BE8CB2F0-2F5A-4EBD-B214-E0309C31F578}"/>
          </ac:spMkLst>
        </pc:spChg>
        <pc:spChg chg="del">
          <ac:chgData name="Theresha Miller" userId="7c187f06-a80d-4e0d-b317-e4f19d61f704" providerId="ADAL" clId="{91048D4D-DC02-43DF-993C-396F3D014D91}" dt="2025-11-18T01:35:08.573" v="3" actId="26606"/>
          <ac:spMkLst>
            <pc:docMk/>
            <pc:sldMk cId="0" sldId="256"/>
            <ac:spMk id="37" creationId="{97224C31-855E-4593-8A58-5B2B0CC4F537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42" creationId="{3A397E3E-B90C-4D82-BAAA-36F7AC6A4565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43" creationId="{8CF5E676-CA04-4CED-9F1E-5026ED66E66D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47" creationId="{E51A97D9-C694-4307-818B-0C5BBF413609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48" creationId="{2C1D3151-5F97-4860-B56C-C98BD62CC255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50" creationId="{E16C8D8F-10E9-4498-ABDB-0F923F8B6837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51" creationId="{4FB204DF-284E-45F6-A017-79A4DF57BCCB}"/>
          </ac:spMkLst>
        </pc:spChg>
        <pc:spChg chg="add">
          <ac:chgData name="Theresha Miller" userId="7c187f06-a80d-4e0d-b317-e4f19d61f704" providerId="ADAL" clId="{91048D4D-DC02-43DF-993C-396F3D014D91}" dt="2025-11-18T01:35:08.604" v="4" actId="26606"/>
          <ac:spMkLst>
            <pc:docMk/>
            <pc:sldMk cId="0" sldId="256"/>
            <ac:spMk id="52" creationId="{5EC6B544-8C84-47A6-885D-A4F09EF5C0F7}"/>
          </ac:spMkLst>
        </pc:spChg>
        <pc:picChg chg="add del">
          <ac:chgData name="Theresha Miller" userId="7c187f06-a80d-4e0d-b317-e4f19d61f704" providerId="ADAL" clId="{91048D4D-DC02-43DF-993C-396F3D014D91}" dt="2025-11-18T01:34:32.684" v="1" actId="26606"/>
          <ac:picMkLst>
            <pc:docMk/>
            <pc:sldMk cId="0" sldId="256"/>
            <ac:picMk id="5" creationId="{BFD422A1-4FB9-BE74-A0BF-D01780C87980}"/>
          </ac:picMkLst>
        </pc:picChg>
      </pc:sldChg>
      <pc:sldChg chg="addSp delSp modSp mod setBg">
        <pc:chgData name="Theresha Miller" userId="7c187f06-a80d-4e0d-b317-e4f19d61f704" providerId="ADAL" clId="{91048D4D-DC02-43DF-993C-396F3D014D91}" dt="2025-11-18T01:50:46.770" v="192" actId="2711"/>
        <pc:sldMkLst>
          <pc:docMk/>
          <pc:sldMk cId="0" sldId="257"/>
        </pc:sldMkLst>
        <pc:spChg chg="mod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8" creationId="{5A0118C5-4F8D-4CF4-BADD-53FEACC6C42A}"/>
          </ac:spMkLst>
        </pc:spChg>
        <pc:spChg chg="add del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29" creationId="{EC11F68A-CC71-4196-BBF3-20CDCD75D4E6}"/>
          </ac:spMkLst>
        </pc:spChg>
        <pc:spChg chg="add del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31" creationId="{085F9950-F10E-4E64-962B-F70345789875}"/>
          </ac:spMkLst>
        </pc:spChg>
        <pc:spChg chg="add del">
          <ac:chgData name="Theresha Miller" userId="7c187f06-a80d-4e0d-b317-e4f19d61f704" providerId="ADAL" clId="{91048D4D-DC02-43DF-993C-396F3D014D91}" dt="2025-11-18T01:41:10.292" v="122" actId="26606"/>
          <ac:spMkLst>
            <pc:docMk/>
            <pc:sldMk cId="0" sldId="257"/>
            <ac:spMk id="36" creationId="{907EF6B7-1338-4443-8C46-6A318D952DFD}"/>
          </ac:spMkLst>
        </pc:spChg>
        <pc:spChg chg="add del">
          <ac:chgData name="Theresha Miller" userId="7c187f06-a80d-4e0d-b317-e4f19d61f704" providerId="ADAL" clId="{91048D4D-DC02-43DF-993C-396F3D014D91}" dt="2025-11-18T01:41:10.292" v="122" actId="26606"/>
          <ac:spMkLst>
            <pc:docMk/>
            <pc:sldMk cId="0" sldId="257"/>
            <ac:spMk id="38" creationId="{DAAE4CDD-124C-4DCF-9584-B6033B545DD5}"/>
          </ac:spMkLst>
        </pc:spChg>
        <pc:spChg chg="add del">
          <ac:chgData name="Theresha Miller" userId="7c187f06-a80d-4e0d-b317-e4f19d61f704" providerId="ADAL" clId="{91048D4D-DC02-43DF-993C-396F3D014D91}" dt="2025-11-18T01:41:10.292" v="122" actId="26606"/>
          <ac:spMkLst>
            <pc:docMk/>
            <pc:sldMk cId="0" sldId="257"/>
            <ac:spMk id="40" creationId="{081E4A58-353D-44AE-B2FC-2A74E2E400F7}"/>
          </ac:spMkLst>
        </pc:spChg>
        <pc:spChg chg="add del">
          <ac:chgData name="Theresha Miller" userId="7c187f06-a80d-4e0d-b317-e4f19d61f704" providerId="ADAL" clId="{91048D4D-DC02-43DF-993C-396F3D014D91}" dt="2025-11-18T01:41:12.620" v="124" actId="26606"/>
          <ac:spMkLst>
            <pc:docMk/>
            <pc:sldMk cId="0" sldId="257"/>
            <ac:spMk id="42" creationId="{5A0118C5-4F8D-4CF4-BADD-53FEACC6C42A}"/>
          </ac:spMkLst>
        </pc:spChg>
        <pc:spChg chg="add del">
          <ac:chgData name="Theresha Miller" userId="7c187f06-a80d-4e0d-b317-e4f19d61f704" providerId="ADAL" clId="{91048D4D-DC02-43DF-993C-396F3D014D91}" dt="2025-11-18T01:41:12.620" v="124" actId="26606"/>
          <ac:spMkLst>
            <pc:docMk/>
            <pc:sldMk cId="0" sldId="257"/>
            <ac:spMk id="60" creationId="{EC11F68A-CC71-4196-BBF3-20CDCD75D4E6}"/>
          </ac:spMkLst>
        </pc:spChg>
        <pc:spChg chg="add del">
          <ac:chgData name="Theresha Miller" userId="7c187f06-a80d-4e0d-b317-e4f19d61f704" providerId="ADAL" clId="{91048D4D-DC02-43DF-993C-396F3D014D91}" dt="2025-11-18T01:41:12.620" v="124" actId="26606"/>
          <ac:spMkLst>
            <pc:docMk/>
            <pc:sldMk cId="0" sldId="257"/>
            <ac:spMk id="61" creationId="{085F9950-F10E-4E64-962B-F70345789875}"/>
          </ac:spMkLst>
        </pc:spChg>
        <pc:spChg chg="add del">
          <ac:chgData name="Theresha Miller" userId="7c187f06-a80d-4e0d-b317-e4f19d61f704" providerId="ADAL" clId="{91048D4D-DC02-43DF-993C-396F3D014D91}" dt="2025-11-18T01:41:14.102" v="126" actId="26606"/>
          <ac:spMkLst>
            <pc:docMk/>
            <pc:sldMk cId="0" sldId="257"/>
            <ac:spMk id="63" creationId="{5A0118C5-4F8D-4CF4-BADD-53FEACC6C42A}"/>
          </ac:spMkLst>
        </pc:spChg>
        <pc:spChg chg="add del">
          <ac:chgData name="Theresha Miller" userId="7c187f06-a80d-4e0d-b317-e4f19d61f704" providerId="ADAL" clId="{91048D4D-DC02-43DF-993C-396F3D014D91}" dt="2025-11-18T01:41:14.102" v="126" actId="26606"/>
          <ac:spMkLst>
            <pc:docMk/>
            <pc:sldMk cId="0" sldId="257"/>
            <ac:spMk id="81" creationId="{EC11F68A-CC71-4196-BBF3-20CDCD75D4E6}"/>
          </ac:spMkLst>
        </pc:spChg>
        <pc:spChg chg="add del">
          <ac:chgData name="Theresha Miller" userId="7c187f06-a80d-4e0d-b317-e4f19d61f704" providerId="ADAL" clId="{91048D4D-DC02-43DF-993C-396F3D014D91}" dt="2025-11-18T01:41:14.102" v="126" actId="26606"/>
          <ac:spMkLst>
            <pc:docMk/>
            <pc:sldMk cId="0" sldId="257"/>
            <ac:spMk id="82" creationId="{085F9950-F10E-4E64-962B-F70345789875}"/>
          </ac:spMkLst>
        </pc:spChg>
        <pc:spChg chg="add del">
          <ac:chgData name="Theresha Miller" userId="7c187f06-a80d-4e0d-b317-e4f19d61f704" providerId="ADAL" clId="{91048D4D-DC02-43DF-993C-396F3D014D91}" dt="2025-11-18T01:42:25.334" v="128" actId="26606"/>
          <ac:spMkLst>
            <pc:docMk/>
            <pc:sldMk cId="0" sldId="257"/>
            <ac:spMk id="85" creationId="{245A9F99-D9B1-4094-A2E2-B90AC1DB7B9C}"/>
          </ac:spMkLst>
        </pc:spChg>
        <pc:spChg chg="add del">
          <ac:chgData name="Theresha Miller" userId="7c187f06-a80d-4e0d-b317-e4f19d61f704" providerId="ADAL" clId="{91048D4D-DC02-43DF-993C-396F3D014D91}" dt="2025-11-18T01:42:25.334" v="128" actId="26606"/>
          <ac:spMkLst>
            <pc:docMk/>
            <pc:sldMk cId="0" sldId="257"/>
            <ac:spMk id="86" creationId="{B7FAF607-473A-4A43-A23D-BBFF5C4117BB}"/>
          </ac:spMkLst>
        </pc:spChg>
        <pc:spChg chg="add del">
          <ac:chgData name="Theresha Miller" userId="7c187f06-a80d-4e0d-b317-e4f19d61f704" providerId="ADAL" clId="{91048D4D-DC02-43DF-993C-396F3D014D91}" dt="2025-11-18T01:42:25.334" v="128" actId="26606"/>
          <ac:spMkLst>
            <pc:docMk/>
            <pc:sldMk cId="0" sldId="257"/>
            <ac:spMk id="87" creationId="{00000000-0000-0000-0000-000000000000}"/>
          </ac:spMkLst>
        </pc:spChg>
        <pc:spChg chg="add del">
          <ac:chgData name="Theresha Miller" userId="7c187f06-a80d-4e0d-b317-e4f19d61f704" providerId="ADAL" clId="{91048D4D-DC02-43DF-993C-396F3D014D91}" dt="2025-11-18T01:42:34.839" v="130" actId="26606"/>
          <ac:spMkLst>
            <pc:docMk/>
            <pc:sldMk cId="0" sldId="257"/>
            <ac:spMk id="91" creationId="{43C823D3-D619-407C-89E0-C6F6B1E7A42A}"/>
          </ac:spMkLst>
        </pc:spChg>
        <pc:spChg chg="add del">
          <ac:chgData name="Theresha Miller" userId="7c187f06-a80d-4e0d-b317-e4f19d61f704" providerId="ADAL" clId="{91048D4D-DC02-43DF-993C-396F3D014D91}" dt="2025-11-18T01:42:34.839" v="130" actId="26606"/>
          <ac:spMkLst>
            <pc:docMk/>
            <pc:sldMk cId="0" sldId="257"/>
            <ac:spMk id="92" creationId="{047F8E3E-2FFA-4A0F-B3C7-E57ADDCFB415}"/>
          </ac:spMkLst>
        </pc:spChg>
        <pc:spChg chg="add del">
          <ac:chgData name="Theresha Miller" userId="7c187f06-a80d-4e0d-b317-e4f19d61f704" providerId="ADAL" clId="{91048D4D-DC02-43DF-993C-396F3D014D91}" dt="2025-11-18T01:42:34.839" v="130" actId="26606"/>
          <ac:spMkLst>
            <pc:docMk/>
            <pc:sldMk cId="0" sldId="257"/>
            <ac:spMk id="97" creationId="{00000000-0000-0000-0000-000000000000}"/>
          </ac:spMkLst>
        </pc:spChg>
        <pc:spChg chg="add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100" creationId="{907EF6B7-1338-4443-8C46-6A318D952DFD}"/>
          </ac:spMkLst>
        </pc:spChg>
        <pc:spChg chg="add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101" creationId="{DAAE4CDD-124C-4DCF-9584-B6033B545DD5}"/>
          </ac:spMkLst>
        </pc:spChg>
        <pc:spChg chg="add">
          <ac:chgData name="Theresha Miller" userId="7c187f06-a80d-4e0d-b317-e4f19d61f704" providerId="ADAL" clId="{91048D4D-DC02-43DF-993C-396F3D014D91}" dt="2025-11-18T01:42:34.852" v="131" actId="26606"/>
          <ac:spMkLst>
            <pc:docMk/>
            <pc:sldMk cId="0" sldId="257"/>
            <ac:spMk id="102" creationId="{081E4A58-353D-44AE-B2FC-2A74E2E400F7}"/>
          </ac:spMkLst>
        </pc:spChg>
        <pc:spChg chg="add mod">
          <ac:chgData name="Theresha Miller" userId="7c187f06-a80d-4e0d-b317-e4f19d61f704" providerId="ADAL" clId="{91048D4D-DC02-43DF-993C-396F3D014D91}" dt="2025-11-18T01:50:46.770" v="192" actId="2711"/>
          <ac:spMkLst>
            <pc:docMk/>
            <pc:sldMk cId="0" sldId="257"/>
            <ac:spMk id="103" creationId="{00000000-0000-0000-0000-000000000000}"/>
          </ac:spMkLst>
        </pc:spChg>
        <pc:grpChg chg="add del">
          <ac:chgData name="Theresha Miller" userId="7c187f06-a80d-4e0d-b317-e4f19d61f704" providerId="ADAL" clId="{91048D4D-DC02-43DF-993C-396F3D014D91}" dt="2025-11-18T01:42:34.852" v="131" actId="26606"/>
          <ac:grpSpMkLst>
            <pc:docMk/>
            <pc:sldMk cId="0" sldId="257"/>
            <ac:grpSpMk id="10" creationId="{1E8369D0-2C3B-4E27-AC6C-A246AC28CDA1}"/>
          </ac:grpSpMkLst>
        </pc:grpChg>
        <pc:grpChg chg="add del">
          <ac:chgData name="Theresha Miller" userId="7c187f06-a80d-4e0d-b317-e4f19d61f704" providerId="ADAL" clId="{91048D4D-DC02-43DF-993C-396F3D014D91}" dt="2025-11-18T01:41:10.292" v="122" actId="26606"/>
          <ac:grpSpMkLst>
            <pc:docMk/>
            <pc:sldMk cId="0" sldId="257"/>
            <ac:grpSpMk id="14" creationId="{C6F74901-2A71-43C3-837C-27CCD6B6D636}"/>
          </ac:grpSpMkLst>
        </pc:grpChg>
        <pc:grpChg chg="del">
          <ac:chgData name="Theresha Miller" userId="7c187f06-a80d-4e0d-b317-e4f19d61f704" providerId="ADAL" clId="{91048D4D-DC02-43DF-993C-396F3D014D91}" dt="2025-11-18T01:41:12.620" v="124" actId="26606"/>
          <ac:grpSpMkLst>
            <pc:docMk/>
            <pc:sldMk cId="0" sldId="257"/>
            <ac:grpSpMk id="43" creationId="{1E8369D0-2C3B-4E27-AC6C-A246AC28CDA1}"/>
          </ac:grpSpMkLst>
        </pc:grpChg>
        <pc:grpChg chg="add del">
          <ac:chgData name="Theresha Miller" userId="7c187f06-a80d-4e0d-b317-e4f19d61f704" providerId="ADAL" clId="{91048D4D-DC02-43DF-993C-396F3D014D91}" dt="2025-11-18T01:41:12.620" v="124" actId="26606"/>
          <ac:grpSpMkLst>
            <pc:docMk/>
            <pc:sldMk cId="0" sldId="257"/>
            <ac:grpSpMk id="46" creationId="{C6F74901-2A71-43C3-837C-27CCD6B6D636}"/>
          </ac:grpSpMkLst>
        </pc:grpChg>
        <pc:grpChg chg="add del">
          <ac:chgData name="Theresha Miller" userId="7c187f06-a80d-4e0d-b317-e4f19d61f704" providerId="ADAL" clId="{91048D4D-DC02-43DF-993C-396F3D014D91}" dt="2025-11-18T01:41:14.102" v="126" actId="26606"/>
          <ac:grpSpMkLst>
            <pc:docMk/>
            <pc:sldMk cId="0" sldId="257"/>
            <ac:grpSpMk id="64" creationId="{1E8369D0-2C3B-4E27-AC6C-A246AC28CDA1}"/>
          </ac:grpSpMkLst>
        </pc:grpChg>
        <pc:grpChg chg="del">
          <ac:chgData name="Theresha Miller" userId="7c187f06-a80d-4e0d-b317-e4f19d61f704" providerId="ADAL" clId="{91048D4D-DC02-43DF-993C-396F3D014D91}" dt="2025-11-18T01:41:14.102" v="126" actId="26606"/>
          <ac:grpSpMkLst>
            <pc:docMk/>
            <pc:sldMk cId="0" sldId="257"/>
            <ac:grpSpMk id="67" creationId="{C6F74901-2A71-43C3-837C-27CCD6B6D636}"/>
          </ac:grpSpMkLst>
        </pc:grpChg>
        <pc:grpChg chg="del">
          <ac:chgData name="Theresha Miller" userId="7c187f06-a80d-4e0d-b317-e4f19d61f704" providerId="ADAL" clId="{91048D4D-DC02-43DF-993C-396F3D014D91}" dt="2025-11-18T01:42:25.334" v="128" actId="26606"/>
          <ac:grpSpMkLst>
            <pc:docMk/>
            <pc:sldMk cId="0" sldId="257"/>
            <ac:grpSpMk id="88" creationId="{C5F6476F-D303-44D3-B30F-1BA348F0F64A}"/>
          </ac:grpSpMkLst>
        </pc:grpChg>
        <pc:grpChg chg="add del">
          <ac:chgData name="Theresha Miller" userId="7c187f06-a80d-4e0d-b317-e4f19d61f704" providerId="ADAL" clId="{91048D4D-DC02-43DF-993C-396F3D014D91}" dt="2025-11-18T01:42:34.839" v="130" actId="26606"/>
          <ac:grpSpMkLst>
            <pc:docMk/>
            <pc:sldMk cId="0" sldId="257"/>
            <ac:grpSpMk id="93" creationId="{33D939F1-7ABE-4D0E-946A-43F37F556AFD}"/>
          </ac:grpSpMkLst>
        </pc:grpChg>
        <pc:grpChg chg="add del">
          <ac:chgData name="Theresha Miller" userId="7c187f06-a80d-4e0d-b317-e4f19d61f704" providerId="ADAL" clId="{91048D4D-DC02-43DF-993C-396F3D014D91}" dt="2025-11-18T01:42:34.839" v="130" actId="26606"/>
          <ac:grpSpMkLst>
            <pc:docMk/>
            <pc:sldMk cId="0" sldId="257"/>
            <ac:grpSpMk id="98" creationId="{9DB3963A-4187-4A72-9DA4-CA6BADE22931}"/>
          </ac:grpSpMkLst>
        </pc:grpChg>
        <pc:graphicFrameChg chg="add del">
          <ac:chgData name="Theresha Miller" userId="7c187f06-a80d-4e0d-b317-e4f19d61f704" providerId="ADAL" clId="{91048D4D-DC02-43DF-993C-396F3D014D91}" dt="2025-11-18T01:41:12.620" v="124" actId="26606"/>
          <ac:graphicFrameMkLst>
            <pc:docMk/>
            <pc:sldMk cId="0" sldId="257"/>
            <ac:graphicFrameMk id="33" creationId="{DD9DB2E2-C12E-36CC-4705-3F4E3C4EC80D}"/>
          </ac:graphicFrameMkLst>
        </pc:graphicFrameChg>
        <pc:graphicFrameChg chg="add del">
          <ac:chgData name="Theresha Miller" userId="7c187f06-a80d-4e0d-b317-e4f19d61f704" providerId="ADAL" clId="{91048D4D-DC02-43DF-993C-396F3D014D91}" dt="2025-11-18T01:41:14.102" v="126" actId="26606"/>
          <ac:graphicFrameMkLst>
            <pc:docMk/>
            <pc:sldMk cId="0" sldId="257"/>
            <ac:graphicFrameMk id="83" creationId="{33C16758-BAB6-599B-E000-6C8867ECF244}"/>
          </ac:graphicFrameMkLst>
        </pc:graphicFrameChg>
        <pc:picChg chg="add del">
          <ac:chgData name="Theresha Miller" userId="7c187f06-a80d-4e0d-b317-e4f19d61f704" providerId="ADAL" clId="{91048D4D-DC02-43DF-993C-396F3D014D91}" dt="2025-11-18T01:42:25.334" v="128" actId="26606"/>
          <ac:picMkLst>
            <pc:docMk/>
            <pc:sldMk cId="0" sldId="257"/>
            <ac:picMk id="35" creationId="{110E61C3-E724-076F-D6A6-EDCED24A258F}"/>
          </ac:picMkLst>
        </pc:picChg>
      </pc:sldChg>
      <pc:sldChg chg="addSp modSp mod setBg">
        <pc:chgData name="Theresha Miller" userId="7c187f06-a80d-4e0d-b317-e4f19d61f704" providerId="ADAL" clId="{91048D4D-DC02-43DF-993C-396F3D014D91}" dt="2025-11-18T01:42:58.447" v="134" actId="1076"/>
        <pc:sldMkLst>
          <pc:docMk/>
          <pc:sldMk cId="0" sldId="258"/>
        </pc:sldMkLst>
        <pc:spChg chg="mod">
          <ac:chgData name="Theresha Miller" userId="7c187f06-a80d-4e0d-b317-e4f19d61f704" providerId="ADAL" clId="{91048D4D-DC02-43DF-993C-396F3D014D91}" dt="2025-11-18T01:42:42.507" v="132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Theresha Miller" userId="7c187f06-a80d-4e0d-b317-e4f19d61f704" providerId="ADAL" clId="{91048D4D-DC02-43DF-993C-396F3D014D91}" dt="2025-11-18T01:42:58.447" v="134" actId="1076"/>
          <ac:spMkLst>
            <pc:docMk/>
            <pc:sldMk cId="0" sldId="258"/>
            <ac:spMk id="3" creationId="{00000000-0000-0000-0000-000000000000}"/>
          </ac:spMkLst>
        </pc:spChg>
        <pc:spChg chg="add">
          <ac:chgData name="Theresha Miller" userId="7c187f06-a80d-4e0d-b317-e4f19d61f704" providerId="ADAL" clId="{91048D4D-DC02-43DF-993C-396F3D014D91}" dt="2025-11-18T01:42:42.507" v="132" actId="26606"/>
          <ac:spMkLst>
            <pc:docMk/>
            <pc:sldMk cId="0" sldId="258"/>
            <ac:spMk id="8" creationId="{081EA652-8C6A-4E69-BEB9-170809474553}"/>
          </ac:spMkLst>
        </pc:spChg>
        <pc:spChg chg="add">
          <ac:chgData name="Theresha Miller" userId="7c187f06-a80d-4e0d-b317-e4f19d61f704" providerId="ADAL" clId="{91048D4D-DC02-43DF-993C-396F3D014D91}" dt="2025-11-18T01:42:42.507" v="132" actId="26606"/>
          <ac:spMkLst>
            <pc:docMk/>
            <pc:sldMk cId="0" sldId="258"/>
            <ac:spMk id="10" creationId="{5298780A-33B9-4EA2-8F67-DE68AD62841B}"/>
          </ac:spMkLst>
        </pc:spChg>
        <pc:spChg chg="add">
          <ac:chgData name="Theresha Miller" userId="7c187f06-a80d-4e0d-b317-e4f19d61f704" providerId="ADAL" clId="{91048D4D-DC02-43DF-993C-396F3D014D91}" dt="2025-11-18T01:42:42.507" v="132" actId="26606"/>
          <ac:spMkLst>
            <pc:docMk/>
            <pc:sldMk cId="0" sldId="258"/>
            <ac:spMk id="12" creationId="{7F488E8B-4E1E-4402-8935-D4E6C02615C7}"/>
          </ac:spMkLst>
        </pc:spChg>
      </pc:sldChg>
      <pc:sldChg chg="addSp modSp mod setBg">
        <pc:chgData name="Theresha Miller" userId="7c187f06-a80d-4e0d-b317-e4f19d61f704" providerId="ADAL" clId="{91048D4D-DC02-43DF-993C-396F3D014D91}" dt="2025-11-18T01:43:32.310" v="138" actId="1076"/>
        <pc:sldMkLst>
          <pc:docMk/>
          <pc:sldMk cId="0" sldId="259"/>
        </pc:sldMkLst>
        <pc:spChg chg="mod">
          <ac:chgData name="Theresha Miller" userId="7c187f06-a80d-4e0d-b317-e4f19d61f704" providerId="ADAL" clId="{91048D4D-DC02-43DF-993C-396F3D014D91}" dt="2025-11-18T01:43:28.011" v="13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Theresha Miller" userId="7c187f06-a80d-4e0d-b317-e4f19d61f704" providerId="ADAL" clId="{91048D4D-DC02-43DF-993C-396F3D014D91}" dt="2025-11-18T01:43:32.310" v="138" actId="1076"/>
          <ac:spMkLst>
            <pc:docMk/>
            <pc:sldMk cId="0" sldId="259"/>
            <ac:spMk id="3" creationId="{00000000-0000-0000-0000-000000000000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8" creationId="{F837543A-6020-4505-A233-C9DB4BF74011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10" creationId="{35B16301-FB18-48BA-A6DD-C37CAF6F9A18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12" creationId="{C3C0D90E-074A-4F52-9B11-B52BEF4BCBE5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14" creationId="{CABBD4C1-E6F8-46F6-8152-A8A97490BF4D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16" creationId="{83BA5EF5-1FE9-4BF9-83BB-269BCDDF6156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20" creationId="{88853921-7BC9-4BDE-ACAB-133C683C82D6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22" creationId="{09192968-3AE7-4470-A61C-97294BB92731}"/>
          </ac:spMkLst>
        </pc:spChg>
        <pc:spChg chg="add">
          <ac:chgData name="Theresha Miller" userId="7c187f06-a80d-4e0d-b317-e4f19d61f704" providerId="ADAL" clId="{91048D4D-DC02-43DF-993C-396F3D014D91}" dt="2025-11-18T01:43:08.877" v="135" actId="26606"/>
          <ac:spMkLst>
            <pc:docMk/>
            <pc:sldMk cId="0" sldId="259"/>
            <ac:spMk id="24" creationId="{3AB72E55-43E4-4356-BFE8-E2102CB0B505}"/>
          </ac:spMkLst>
        </pc:spChg>
      </pc:sldChg>
      <pc:sldChg chg="addSp delSp modSp mod setBg">
        <pc:chgData name="Theresha Miller" userId="7c187f06-a80d-4e0d-b317-e4f19d61f704" providerId="ADAL" clId="{91048D4D-DC02-43DF-993C-396F3D014D91}" dt="2025-11-18T03:03:57.492" v="271" actId="27636"/>
        <pc:sldMkLst>
          <pc:docMk/>
          <pc:sldMk cId="0" sldId="260"/>
        </pc:sldMkLst>
        <pc:spChg chg="mod">
          <ac:chgData name="Theresha Miller" userId="7c187f06-a80d-4e0d-b317-e4f19d61f704" providerId="ADAL" clId="{91048D4D-DC02-43DF-993C-396F3D014D91}" dt="2025-11-18T02:59:31.514" v="21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eresha Miller" userId="7c187f06-a80d-4e0d-b317-e4f19d61f704" providerId="ADAL" clId="{91048D4D-DC02-43DF-993C-396F3D014D91}" dt="2025-11-18T03:03:57.492" v="271" actId="2763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Theresha Miller" userId="7c187f06-a80d-4e0d-b317-e4f19d61f704" providerId="ADAL" clId="{91048D4D-DC02-43DF-993C-396F3D014D91}" dt="2025-11-18T01:44:08.355" v="140" actId="26606"/>
          <ac:spMkLst>
            <pc:docMk/>
            <pc:sldMk cId="0" sldId="260"/>
            <ac:spMk id="8" creationId="{8B9AA7C6-5E5A-498E-A6DF-A943376E09BC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12" creationId="{14847E93-7DC1-4D4B-8829-B19AA7137C50}"/>
          </ac:spMkLst>
        </pc:spChg>
        <pc:spChg chg="add del">
          <ac:chgData name="Theresha Miller" userId="7c187f06-a80d-4e0d-b317-e4f19d61f704" providerId="ADAL" clId="{91048D4D-DC02-43DF-993C-396F3D014D91}" dt="2025-11-18T01:44:08.355" v="140" actId="26606"/>
          <ac:spMkLst>
            <pc:docMk/>
            <pc:sldMk cId="0" sldId="260"/>
            <ac:spMk id="14" creationId="{81E140AE-0ABF-47C8-BF32-7D2F0CF2BA44}"/>
          </ac:spMkLst>
        </pc:spChg>
        <pc:spChg chg="add del">
          <ac:chgData name="Theresha Miller" userId="7c187f06-a80d-4e0d-b317-e4f19d61f704" providerId="ADAL" clId="{91048D4D-DC02-43DF-993C-396F3D014D91}" dt="2025-11-18T01:44:08.355" v="140" actId="26606"/>
          <ac:spMkLst>
            <pc:docMk/>
            <pc:sldMk cId="0" sldId="260"/>
            <ac:spMk id="16" creationId="{CBC4F608-B4B8-48C3-9572-C0F061B1CD99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18" creationId="{7B786209-1B0B-4CA9-9BDD-F7327066A84D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19" creationId="{1709F1D5-B0F1-4714-A239-E5B61C161915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20" creationId="{2D2964BB-484D-45AE-AD66-D407D0629652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21" creationId="{228FB460-D3FF-4440-A020-05982A09E517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22" creationId="{6691AC69-A76E-4DAB-B565-468B6B87ACF3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23" creationId="{5566D6E1-03A1-4D73-A4E0-35D74D568A04}"/>
          </ac:spMkLst>
        </pc:spChg>
        <pc:spChg chg="add">
          <ac:chgData name="Theresha Miller" userId="7c187f06-a80d-4e0d-b317-e4f19d61f704" providerId="ADAL" clId="{91048D4D-DC02-43DF-993C-396F3D014D91}" dt="2025-11-18T01:44:08.391" v="141" actId="26606"/>
          <ac:spMkLst>
            <pc:docMk/>
            <pc:sldMk cId="0" sldId="260"/>
            <ac:spMk id="24" creationId="{9F835A99-04AC-494A-A572-AFE8413CC938}"/>
          </ac:spMkLst>
        </pc:spChg>
        <pc:grpChg chg="add del">
          <ac:chgData name="Theresha Miller" userId="7c187f06-a80d-4e0d-b317-e4f19d61f704" providerId="ADAL" clId="{91048D4D-DC02-43DF-993C-396F3D014D91}" dt="2025-11-18T01:44:08.355" v="140" actId="26606"/>
          <ac:grpSpMkLst>
            <pc:docMk/>
            <pc:sldMk cId="0" sldId="260"/>
            <ac:grpSpMk id="10" creationId="{83EAB11A-76F7-48F4-9B4F-5BFDF4BF9670}"/>
          </ac:grpSpMkLst>
        </pc:grpChg>
      </pc:sldChg>
      <pc:sldChg chg="addSp modSp del mod setBg">
        <pc:chgData name="Theresha Miller" userId="7c187f06-a80d-4e0d-b317-e4f19d61f704" providerId="ADAL" clId="{91048D4D-DC02-43DF-993C-396F3D014D91}" dt="2025-11-18T03:03:14.635" v="244" actId="2696"/>
        <pc:sldMkLst>
          <pc:docMk/>
          <pc:sldMk cId="0" sldId="261"/>
        </pc:sldMkLst>
        <pc:spChg chg="mod">
          <ac:chgData name="Theresha Miller" userId="7c187f06-a80d-4e0d-b317-e4f19d61f704" providerId="ADAL" clId="{91048D4D-DC02-43DF-993C-396F3D014D91}" dt="2025-11-18T01:44:19.184" v="142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Theresha Miller" userId="7c187f06-a80d-4e0d-b317-e4f19d61f704" providerId="ADAL" clId="{91048D4D-DC02-43DF-993C-396F3D014D91}" dt="2025-11-18T01:44:28.264" v="143" actId="255"/>
          <ac:spMkLst>
            <pc:docMk/>
            <pc:sldMk cId="0" sldId="261"/>
            <ac:spMk id="3" creationId="{00000000-0000-0000-0000-000000000000}"/>
          </ac:spMkLst>
        </pc:spChg>
        <pc:spChg chg="add">
          <ac:chgData name="Theresha Miller" userId="7c187f06-a80d-4e0d-b317-e4f19d61f704" providerId="ADAL" clId="{91048D4D-DC02-43DF-993C-396F3D014D91}" dt="2025-11-18T01:44:19.184" v="142" actId="26606"/>
          <ac:spMkLst>
            <pc:docMk/>
            <pc:sldMk cId="0" sldId="261"/>
            <ac:spMk id="8" creationId="{C2554CA6-288E-4202-BC52-2E5A8F0C0AED}"/>
          </ac:spMkLst>
        </pc:spChg>
        <pc:spChg chg="add">
          <ac:chgData name="Theresha Miller" userId="7c187f06-a80d-4e0d-b317-e4f19d61f704" providerId="ADAL" clId="{91048D4D-DC02-43DF-993C-396F3D014D91}" dt="2025-11-18T01:44:19.184" v="142" actId="26606"/>
          <ac:spMkLst>
            <pc:docMk/>
            <pc:sldMk cId="0" sldId="261"/>
            <ac:spMk id="10" creationId="{B10BB131-AC8E-4A8E-A5D1-36260F720C3B}"/>
          </ac:spMkLst>
        </pc:spChg>
        <pc:spChg chg="add">
          <ac:chgData name="Theresha Miller" userId="7c187f06-a80d-4e0d-b317-e4f19d61f704" providerId="ADAL" clId="{91048D4D-DC02-43DF-993C-396F3D014D91}" dt="2025-11-18T01:44:19.184" v="142" actId="26606"/>
          <ac:spMkLst>
            <pc:docMk/>
            <pc:sldMk cId="0" sldId="261"/>
            <ac:spMk id="12" creationId="{5B7778FC-632E-4DCA-A7CB-0D7731CCF970}"/>
          </ac:spMkLst>
        </pc:spChg>
        <pc:spChg chg="add">
          <ac:chgData name="Theresha Miller" userId="7c187f06-a80d-4e0d-b317-e4f19d61f704" providerId="ADAL" clId="{91048D4D-DC02-43DF-993C-396F3D014D91}" dt="2025-11-18T01:44:19.184" v="142" actId="26606"/>
          <ac:spMkLst>
            <pc:docMk/>
            <pc:sldMk cId="0" sldId="261"/>
            <ac:spMk id="14" creationId="{FA23A907-97FB-4A8F-880A-DD77401C4296}"/>
          </ac:spMkLst>
        </pc:spChg>
      </pc:sldChg>
      <pc:sldChg chg="addSp delSp modSp mod setBg">
        <pc:chgData name="Theresha Miller" userId="7c187f06-a80d-4e0d-b317-e4f19d61f704" providerId="ADAL" clId="{91048D4D-DC02-43DF-993C-396F3D014D91}" dt="2025-11-18T03:07:11.272" v="292" actId="1076"/>
        <pc:sldMkLst>
          <pc:docMk/>
          <pc:sldMk cId="0" sldId="262"/>
        </pc:sldMkLst>
        <pc:spChg chg="mod">
          <ac:chgData name="Theresha Miller" userId="7c187f06-a80d-4e0d-b317-e4f19d61f704" providerId="ADAL" clId="{91048D4D-DC02-43DF-993C-396F3D014D91}" dt="2025-11-18T03:07:11.272" v="292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Theresha Miller" userId="7c187f06-a80d-4e0d-b317-e4f19d61f704" providerId="ADAL" clId="{91048D4D-DC02-43DF-993C-396F3D014D91}" dt="2025-11-18T03:02:18.037" v="218" actId="931"/>
          <ac:spMkLst>
            <pc:docMk/>
            <pc:sldMk cId="0" sldId="262"/>
            <ac:spMk id="3" creationId="{00000000-0000-0000-0000-000000000000}"/>
          </ac:spMkLst>
        </pc:spChg>
        <pc:spChg chg="add del mod">
          <ac:chgData name="Theresha Miller" userId="7c187f06-a80d-4e0d-b317-e4f19d61f704" providerId="ADAL" clId="{91048D4D-DC02-43DF-993C-396F3D014D91}" dt="2025-11-18T03:05:44.622" v="273" actId="931"/>
          <ac:spMkLst>
            <pc:docMk/>
            <pc:sldMk cId="0" sldId="262"/>
            <ac:spMk id="7" creationId="{37005BE3-A5D5-36F9-97BD-83B377FA27CF}"/>
          </ac:spMkLst>
        </pc:spChg>
        <pc:spChg chg="add del">
          <ac:chgData name="Theresha Miller" userId="7c187f06-a80d-4e0d-b317-e4f19d61f704" providerId="ADAL" clId="{91048D4D-DC02-43DF-993C-396F3D014D91}" dt="2025-11-18T03:06:02.723" v="282" actId="26606"/>
          <ac:spMkLst>
            <pc:docMk/>
            <pc:sldMk cId="0" sldId="262"/>
            <ac:spMk id="8" creationId="{B6CDA21F-E7AF-4C75-8395-33F58D5B0E45}"/>
          </ac:spMkLst>
        </pc:spChg>
        <pc:spChg chg="add del">
          <ac:chgData name="Theresha Miller" userId="7c187f06-a80d-4e0d-b317-e4f19d61f704" providerId="ADAL" clId="{91048D4D-DC02-43DF-993C-396F3D014D91}" dt="2025-11-18T03:06:02.723" v="282" actId="26606"/>
          <ac:spMkLst>
            <pc:docMk/>
            <pc:sldMk cId="0" sldId="262"/>
            <ac:spMk id="15" creationId="{D5B0017B-2ECA-49AF-B397-DC140825DF8D}"/>
          </ac:spMkLst>
        </pc:spChg>
        <pc:spChg chg="add del">
          <ac:chgData name="Theresha Miller" userId="7c187f06-a80d-4e0d-b317-e4f19d61f704" providerId="ADAL" clId="{91048D4D-DC02-43DF-993C-396F3D014D91}" dt="2025-11-18T03:06:20.232" v="283" actId="21"/>
          <ac:spMkLst>
            <pc:docMk/>
            <pc:sldMk cId="0" sldId="262"/>
            <ac:spMk id="21" creationId="{51C193F1-ED20-29B5-A0A6-E7D4085529F2}"/>
          </ac:spMkLst>
        </pc:spChg>
        <pc:spChg chg="add del">
          <ac:chgData name="Theresha Miller" userId="7c187f06-a80d-4e0d-b317-e4f19d61f704" providerId="ADAL" clId="{91048D4D-DC02-43DF-993C-396F3D014D91}" dt="2025-11-18T03:05:59.792" v="279" actId="26606"/>
          <ac:spMkLst>
            <pc:docMk/>
            <pc:sldMk cId="0" sldId="262"/>
            <ac:spMk id="22" creationId="{AA857166-A416-4C5E-8AA9-5D5D1E13D151}"/>
          </ac:spMkLst>
        </pc:spChg>
        <pc:spChg chg="add del">
          <ac:chgData name="Theresha Miller" userId="7c187f06-a80d-4e0d-b317-e4f19d61f704" providerId="ADAL" clId="{91048D4D-DC02-43DF-993C-396F3D014D91}" dt="2025-11-18T03:05:59.792" v="279" actId="26606"/>
          <ac:spMkLst>
            <pc:docMk/>
            <pc:sldMk cId="0" sldId="262"/>
            <ac:spMk id="24" creationId="{13A48C6C-3CC4-4EE5-A773-EC1EB7F59CD4}"/>
          </ac:spMkLst>
        </pc:spChg>
        <pc:spChg chg="add del">
          <ac:chgData name="Theresha Miller" userId="7c187f06-a80d-4e0d-b317-e4f19d61f704" providerId="ADAL" clId="{91048D4D-DC02-43DF-993C-396F3D014D91}" dt="2025-11-18T03:05:59.792" v="279" actId="26606"/>
          <ac:spMkLst>
            <pc:docMk/>
            <pc:sldMk cId="0" sldId="262"/>
            <ac:spMk id="26" creationId="{F489C2E0-4895-4B72-85EA-7EE9FAFFDC7E}"/>
          </ac:spMkLst>
        </pc:spChg>
        <pc:spChg chg="add del">
          <ac:chgData name="Theresha Miller" userId="7c187f06-a80d-4e0d-b317-e4f19d61f704" providerId="ADAL" clId="{91048D4D-DC02-43DF-993C-396F3D014D91}" dt="2025-11-18T03:06:02.708" v="281" actId="26606"/>
          <ac:spMkLst>
            <pc:docMk/>
            <pc:sldMk cId="0" sldId="262"/>
            <ac:spMk id="28" creationId="{85149191-5F60-4A28-AAFF-039F96B0F3EC}"/>
          </ac:spMkLst>
        </pc:spChg>
        <pc:spChg chg="add del">
          <ac:chgData name="Theresha Miller" userId="7c187f06-a80d-4e0d-b317-e4f19d61f704" providerId="ADAL" clId="{91048D4D-DC02-43DF-993C-396F3D014D91}" dt="2025-11-18T03:06:02.708" v="281" actId="26606"/>
          <ac:spMkLst>
            <pc:docMk/>
            <pc:sldMk cId="0" sldId="262"/>
            <ac:spMk id="29" creationId="{A8384FB5-9ADC-4DDC-881B-597D56F5B15D}"/>
          </ac:spMkLst>
        </pc:spChg>
        <pc:spChg chg="add del">
          <ac:chgData name="Theresha Miller" userId="7c187f06-a80d-4e0d-b317-e4f19d61f704" providerId="ADAL" clId="{91048D4D-DC02-43DF-993C-396F3D014D91}" dt="2025-11-18T03:06:02.708" v="281" actId="26606"/>
          <ac:spMkLst>
            <pc:docMk/>
            <pc:sldMk cId="0" sldId="262"/>
            <ac:spMk id="30" creationId="{F8260ED5-17F7-4158-B241-D51DD4CF1B7E}"/>
          </ac:spMkLst>
        </pc:spChg>
        <pc:spChg chg="add del">
          <ac:chgData name="Theresha Miller" userId="7c187f06-a80d-4e0d-b317-e4f19d61f704" providerId="ADAL" clId="{91048D4D-DC02-43DF-993C-396F3D014D91}" dt="2025-11-18T03:06:02.708" v="281" actId="26606"/>
          <ac:spMkLst>
            <pc:docMk/>
            <pc:sldMk cId="0" sldId="262"/>
            <ac:spMk id="31" creationId="{91E5A9A7-95C6-4F4F-B00E-C82E07FE62EF}"/>
          </ac:spMkLst>
        </pc:spChg>
        <pc:spChg chg="add del">
          <ac:chgData name="Theresha Miller" userId="7c187f06-a80d-4e0d-b317-e4f19d61f704" providerId="ADAL" clId="{91048D4D-DC02-43DF-993C-396F3D014D91}" dt="2025-11-18T03:06:02.708" v="281" actId="26606"/>
          <ac:spMkLst>
            <pc:docMk/>
            <pc:sldMk cId="0" sldId="262"/>
            <ac:spMk id="32" creationId="{D07DD2DE-F619-49DD-B5E7-03A290FF4ED1}"/>
          </ac:spMkLst>
        </pc:spChg>
        <pc:grpChg chg="add del">
          <ac:chgData name="Theresha Miller" userId="7c187f06-a80d-4e0d-b317-e4f19d61f704" providerId="ADAL" clId="{91048D4D-DC02-43DF-993C-396F3D014D91}" dt="2025-11-18T03:06:02.723" v="282" actId="26606"/>
          <ac:grpSpMkLst>
            <pc:docMk/>
            <pc:sldMk cId="0" sldId="262"/>
            <ac:grpSpMk id="10" creationId="{AE1C45F0-260A-458C-96ED-C1F6D2151219}"/>
          </ac:grpSpMkLst>
        </pc:grpChg>
        <pc:picChg chg="add del mod">
          <ac:chgData name="Theresha Miller" userId="7c187f06-a80d-4e0d-b317-e4f19d61f704" providerId="ADAL" clId="{91048D4D-DC02-43DF-993C-396F3D014D91}" dt="2025-11-18T03:05:32.535" v="272" actId="21"/>
          <ac:picMkLst>
            <pc:docMk/>
            <pc:sldMk cId="0" sldId="262"/>
            <ac:picMk id="5" creationId="{1EFAB4A9-5EE5-D2DA-E6C3-DAF282AC9348}"/>
          </ac:picMkLst>
        </pc:picChg>
        <pc:picChg chg="add mod">
          <ac:chgData name="Theresha Miller" userId="7c187f06-a80d-4e0d-b317-e4f19d61f704" providerId="ADAL" clId="{91048D4D-DC02-43DF-993C-396F3D014D91}" dt="2025-11-18T03:06:02.723" v="282" actId="26606"/>
          <ac:picMkLst>
            <pc:docMk/>
            <pc:sldMk cId="0" sldId="262"/>
            <ac:picMk id="14" creationId="{50718AE6-B5B7-B004-7A2E-49594A4AF8A4}"/>
          </ac:picMkLst>
        </pc:picChg>
        <pc:cxnChg chg="add del">
          <ac:chgData name="Theresha Miller" userId="7c187f06-a80d-4e0d-b317-e4f19d61f704" providerId="ADAL" clId="{91048D4D-DC02-43DF-993C-396F3D014D91}" dt="2025-11-18T03:06:02.723" v="282" actId="26606"/>
          <ac:cxnSpMkLst>
            <pc:docMk/>
            <pc:sldMk cId="0" sldId="262"/>
            <ac:cxnSpMk id="17" creationId="{6CF1BAF6-AD41-4082-B212-8A1F9A2E8779}"/>
          </ac:cxnSpMkLst>
        </pc:cxnChg>
        <pc:cxnChg chg="add">
          <ac:chgData name="Theresha Miller" userId="7c187f06-a80d-4e0d-b317-e4f19d61f704" providerId="ADAL" clId="{91048D4D-DC02-43DF-993C-396F3D014D91}" dt="2025-11-18T03:06:02.723" v="282" actId="26606"/>
          <ac:cxnSpMkLst>
            <pc:docMk/>
            <pc:sldMk cId="0" sldId="262"/>
            <ac:cxnSpMk id="34" creationId="{249EDD1B-F94D-B4E6-ACAA-566B9A26FDE3}"/>
          </ac:cxnSpMkLst>
        </pc:cxnChg>
      </pc:sldChg>
      <pc:sldChg chg="addSp modSp mod setBg">
        <pc:chgData name="Theresha Miller" userId="7c187f06-a80d-4e0d-b317-e4f19d61f704" providerId="ADAL" clId="{91048D4D-DC02-43DF-993C-396F3D014D91}" dt="2025-11-18T01:50:00.562" v="190" actId="27636"/>
        <pc:sldMkLst>
          <pc:docMk/>
          <pc:sldMk cId="0" sldId="263"/>
        </pc:sldMkLst>
        <pc:spChg chg="mod">
          <ac:chgData name="Theresha Miller" userId="7c187f06-a80d-4e0d-b317-e4f19d61f704" providerId="ADAL" clId="{91048D4D-DC02-43DF-993C-396F3D014D91}" dt="2025-11-18T01:45:10.073" v="146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Theresha Miller" userId="7c187f06-a80d-4e0d-b317-e4f19d61f704" providerId="ADAL" clId="{91048D4D-DC02-43DF-993C-396F3D014D91}" dt="2025-11-18T01:50:00.562" v="190" actId="27636"/>
          <ac:spMkLst>
            <pc:docMk/>
            <pc:sldMk cId="0" sldId="263"/>
            <ac:spMk id="3" creationId="{00000000-0000-0000-0000-000000000000}"/>
          </ac:spMkLst>
        </pc:spChg>
        <pc:spChg chg="add">
          <ac:chgData name="Theresha Miller" userId="7c187f06-a80d-4e0d-b317-e4f19d61f704" providerId="ADAL" clId="{91048D4D-DC02-43DF-993C-396F3D014D91}" dt="2025-11-18T01:45:10.073" v="146" actId="26606"/>
          <ac:spMkLst>
            <pc:docMk/>
            <pc:sldMk cId="0" sldId="263"/>
            <ac:spMk id="8" creationId="{DBF61EA3-B236-439E-9C0B-340980D56BEE}"/>
          </ac:spMkLst>
        </pc:spChg>
        <pc:spChg chg="add">
          <ac:chgData name="Theresha Miller" userId="7c187f06-a80d-4e0d-b317-e4f19d61f704" providerId="ADAL" clId="{91048D4D-DC02-43DF-993C-396F3D014D91}" dt="2025-11-18T01:45:10.073" v="146" actId="26606"/>
          <ac:spMkLst>
            <pc:docMk/>
            <pc:sldMk cId="0" sldId="263"/>
            <ac:spMk id="14" creationId="{E659831F-0D9A-4C63-9EBB-8435B85A440F}"/>
          </ac:spMkLst>
        </pc:spChg>
        <pc:grpChg chg="add">
          <ac:chgData name="Theresha Miller" userId="7c187f06-a80d-4e0d-b317-e4f19d61f704" providerId="ADAL" clId="{91048D4D-DC02-43DF-993C-396F3D014D91}" dt="2025-11-18T01:45:10.073" v="146" actId="26606"/>
          <ac:grpSpMkLst>
            <pc:docMk/>
            <pc:sldMk cId="0" sldId="263"/>
            <ac:grpSpMk id="10" creationId="{28FAF094-D087-493F-8DF9-A486C2D6BBA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124801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4801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9564" y="3564607"/>
            <a:ext cx="2574436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9564" y="3564607"/>
            <a:ext cx="2574436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0789" y="819446"/>
            <a:ext cx="5223514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0789" y="819446"/>
            <a:ext cx="5223514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60243" y="727769"/>
            <a:ext cx="5223514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5073" y="1495956"/>
            <a:ext cx="4813854" cy="2692050"/>
          </a:xfrm>
        </p:spPr>
        <p:txBody>
          <a:bodyPr>
            <a:normAutofit/>
          </a:bodyPr>
          <a:lstStyle/>
          <a:p>
            <a:r>
              <a:rPr lang="en-US" sz="4700" dirty="0">
                <a:solidFill>
                  <a:schemeClr val="bg1"/>
                </a:solidFill>
                <a:latin typeface="Georgia Pro Semibold" panose="02040702050405020303" pitchFamily="18" charset="0"/>
              </a:rPr>
              <a:t>Multiple Plots in Matplotlib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5073" y="4414123"/>
            <a:ext cx="4813854" cy="501651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A Deep Dive into Multi-Plot Visualization in Python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51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1494" y="343675"/>
            <a:ext cx="576140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2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1494" y="343675"/>
            <a:ext cx="576140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7855" y="5100276"/>
            <a:ext cx="386946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7855" y="5100276"/>
            <a:ext cx="386946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6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9AA48E2-D8BC-4B9B-440F-55D215A8478A}"/>
              </a:ext>
            </a:extLst>
          </p:cNvPr>
          <p:cNvSpPr txBox="1"/>
          <p:nvPr/>
        </p:nvSpPr>
        <p:spPr>
          <a:xfrm>
            <a:off x="2347189" y="4969637"/>
            <a:ext cx="17459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eorgia Pro Semibold" panose="02040702050405020303" pitchFamily="18" charset="0"/>
              </a:rPr>
              <a:t>Theresha Miller</a:t>
            </a:r>
          </a:p>
          <a:p>
            <a:r>
              <a:rPr lang="en-US" sz="1600" dirty="0">
                <a:solidFill>
                  <a:schemeClr val="bg1"/>
                </a:solidFill>
                <a:latin typeface="Georgia Pro Semibold" panose="02040702050405020303" pitchFamily="18" charset="0"/>
              </a:rPr>
              <a:t>CTEC 298</a:t>
            </a:r>
          </a:p>
          <a:p>
            <a:r>
              <a:rPr lang="en-US" sz="1600" dirty="0">
                <a:solidFill>
                  <a:schemeClr val="bg1"/>
                </a:solidFill>
                <a:latin typeface="Georgia Pro Semibold" panose="02040702050405020303" pitchFamily="18" charset="0"/>
              </a:rPr>
              <a:t>Jesse </a:t>
            </a:r>
            <a:r>
              <a:rPr lang="en-US" sz="1600" dirty="0" err="1">
                <a:solidFill>
                  <a:schemeClr val="bg1"/>
                </a:solidFill>
                <a:latin typeface="Georgia Pro Semibold" panose="02040702050405020303" pitchFamily="18" charset="0"/>
              </a:rPr>
              <a:t>Bemley</a:t>
            </a:r>
            <a:endParaRPr lang="en-US" sz="1600" dirty="0">
              <a:solidFill>
                <a:schemeClr val="bg1"/>
              </a:solidFill>
              <a:latin typeface="Georgia Pro Semibold" panose="020407020504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What Are Multiple Plots?</a:t>
            </a:r>
          </a:p>
        </p:txBody>
      </p:sp>
      <p:sp>
        <p:nvSpPr>
          <p:cNvPr id="102" name="Arc 10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>
                <a:cs typeface="Vrinda" panose="020B0502040204020203" pitchFamily="34" charset="0"/>
              </a:rPr>
              <a:t>Multiple plots allow you to display several graphs in a single figure using Matplotlib.</a:t>
            </a:r>
          </a:p>
          <a:p>
            <a:r>
              <a:rPr lang="en-US" dirty="0">
                <a:cs typeface="Vrinda" panose="020B0502040204020203" pitchFamily="34" charset="0"/>
              </a:rPr>
              <a:t>They help compare datasets, visualize relationships, and display grouped information clearly.</a:t>
            </a:r>
          </a:p>
          <a:p>
            <a:pPr lvl="1"/>
            <a:r>
              <a:rPr lang="en-US" dirty="0">
                <a:cs typeface="Vrinda" panose="020B0502040204020203" pitchFamily="34" charset="0"/>
              </a:rPr>
              <a:t>Types include: subplots, overlays, and grid layouts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Why Use Multiple Plots?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29" y="2818274"/>
            <a:ext cx="6056111" cy="2800395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Multiple plots are useful when: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You need to compare trends across datasets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You want to visualize different variables over the same time period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You want to highlight differences or relationships between data groups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You need organized visuals for reports and presentations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2893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When Would These Plots Be Used?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595" y="1639650"/>
            <a:ext cx="4168866" cy="435133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Common real-world examples include: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Scientific research comparisons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Machine learning model evaluation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Business analytics dashboards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Time series analysis for finance or operations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Displaying sensor data or engineering measurements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Python Code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!pip install matplotlib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</a:t>
            </a:r>
            <a:r>
              <a:rPr lang="en-US" sz="2000" dirty="0" err="1"/>
              <a:t>npimport</a:t>
            </a:r>
            <a:r>
              <a:rPr lang="en-US" sz="2000" dirty="0"/>
              <a:t> </a:t>
            </a:r>
            <a:r>
              <a:rPr lang="en-US" sz="2000" dirty="0" err="1"/>
              <a:t>matplotlib.pyplot</a:t>
            </a:r>
            <a:r>
              <a:rPr lang="en-US" sz="2000" dirty="0"/>
              <a:t> as </a:t>
            </a:r>
            <a:r>
              <a:rPr lang="en-US" sz="2000" dirty="0" err="1"/>
              <a:t>plt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def f(t):    return </a:t>
            </a:r>
            <a:r>
              <a:rPr lang="en-US" sz="2000" dirty="0" err="1"/>
              <a:t>np.exp</a:t>
            </a:r>
            <a:r>
              <a:rPr lang="en-US" sz="2000" dirty="0"/>
              <a:t>(-t)*</a:t>
            </a:r>
            <a:r>
              <a:rPr lang="en-US" sz="2000" dirty="0" err="1"/>
              <a:t>np.cos</a:t>
            </a:r>
            <a:r>
              <a:rPr lang="en-US" sz="2000" dirty="0"/>
              <a:t>(2*</a:t>
            </a:r>
            <a:r>
              <a:rPr lang="en-US" sz="2000" dirty="0" err="1"/>
              <a:t>np.pi</a:t>
            </a:r>
            <a:r>
              <a:rPr lang="en-US" sz="2000" dirty="0"/>
              <a:t>*t)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t1 = </a:t>
            </a:r>
            <a:r>
              <a:rPr lang="en-US" sz="2000" dirty="0" err="1"/>
              <a:t>np.arange</a:t>
            </a:r>
            <a:r>
              <a:rPr lang="en-US" sz="2000" dirty="0"/>
              <a:t>(0.0, 5.0, 0.1)t2 = </a:t>
            </a:r>
            <a:r>
              <a:rPr lang="en-US" sz="2000" dirty="0" err="1"/>
              <a:t>np.arange</a:t>
            </a:r>
            <a:r>
              <a:rPr lang="en-US" sz="2000" dirty="0"/>
              <a:t>(0.0, 5.0, 0.02)</a:t>
            </a:r>
          </a:p>
          <a:p>
            <a:pPr>
              <a:lnSpc>
                <a:spcPct val="90000"/>
              </a:lnSpc>
            </a:pPr>
            <a:r>
              <a:rPr lang="en-US" sz="2000" dirty="0" err="1"/>
              <a:t>plt.subplot</a:t>
            </a:r>
            <a:r>
              <a:rPr lang="en-US" sz="2000" dirty="0"/>
              <a:t>(211)</a:t>
            </a:r>
            <a:r>
              <a:rPr lang="en-US" sz="2000" dirty="0" err="1"/>
              <a:t>plt.plot</a:t>
            </a:r>
            <a:r>
              <a:rPr lang="en-US" sz="2000" dirty="0"/>
              <a:t>(t1, f(t1), '</a:t>
            </a:r>
            <a:r>
              <a:rPr lang="en-US" sz="2000" dirty="0" err="1"/>
              <a:t>bo</a:t>
            </a:r>
            <a:r>
              <a:rPr lang="en-US" sz="2000" dirty="0"/>
              <a:t>', t2, f(t2))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 err="1"/>
              <a:t>plt.subplot</a:t>
            </a:r>
            <a:r>
              <a:rPr lang="en-US" sz="2000" dirty="0"/>
              <a:t>(212)</a:t>
            </a:r>
          </a:p>
          <a:p>
            <a:pPr>
              <a:lnSpc>
                <a:spcPct val="90000"/>
              </a:lnSpc>
            </a:pPr>
            <a:r>
              <a:rPr lang="en-US" sz="2000" dirty="0" err="1"/>
              <a:t>plt.plot</a:t>
            </a:r>
            <a:r>
              <a:rPr lang="en-US" sz="2000" dirty="0"/>
              <a:t>(t2, </a:t>
            </a:r>
            <a:r>
              <a:rPr lang="en-US" sz="2000" dirty="0" err="1"/>
              <a:t>np.cos</a:t>
            </a:r>
            <a:r>
              <a:rPr lang="en-US" sz="2000" dirty="0"/>
              <a:t>(2*</a:t>
            </a:r>
            <a:r>
              <a:rPr lang="en-US" sz="2000" dirty="0" err="1"/>
              <a:t>np.pi</a:t>
            </a:r>
            <a:r>
              <a:rPr lang="en-US" sz="2000" dirty="0"/>
              <a:t>*t2))</a:t>
            </a:r>
          </a:p>
          <a:p>
            <a:pPr>
              <a:lnSpc>
                <a:spcPct val="90000"/>
              </a:lnSpc>
            </a:pPr>
            <a:r>
              <a:rPr lang="en-US" sz="2000" dirty="0" err="1"/>
              <a:t>plt.show</a:t>
            </a:r>
            <a:r>
              <a:rPr lang="en-US" sz="2000" dirty="0"/>
              <a:t>()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224" y="2873123"/>
            <a:ext cx="2575635" cy="1415270"/>
          </a:xfrm>
        </p:spPr>
        <p:txBody>
          <a:bodyPr anchor="t">
            <a:noAutofit/>
          </a:bodyPr>
          <a:lstStyle/>
          <a:p>
            <a:r>
              <a:rPr lang="en-US" sz="4800" dirty="0"/>
              <a:t>Multiple Plots Graphic </a:t>
            </a:r>
          </a:p>
        </p:txBody>
      </p:sp>
      <p:pic>
        <p:nvPicPr>
          <p:cNvPr id="14" name="Content Placeholder 13" descr="A screenshot of a computer">
            <a:extLst>
              <a:ext uri="{FF2B5EF4-FFF2-40B4-BE49-F238E27FC236}">
                <a16:creationId xmlns:a16="http://schemas.microsoft.com/office/drawing/2014/main" id="{50718AE6-B5B7-B004-7A2E-49594A4AF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" r="42424" b="-1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References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latin typeface="+mj-lt"/>
              </a:rPr>
              <a:t>Sources:</a:t>
            </a:r>
          </a:p>
          <a:p>
            <a:pPr lvl="1"/>
            <a:r>
              <a:rPr lang="en-US" sz="2200" dirty="0">
                <a:latin typeface="+mj-lt"/>
              </a:rPr>
              <a:t>Matplotlib Development Team. (2025). </a:t>
            </a:r>
            <a:r>
              <a:rPr lang="en-US" sz="2200" i="1" dirty="0">
                <a:latin typeface="+mj-lt"/>
              </a:rPr>
              <a:t>Matplotlib Documentation</a:t>
            </a:r>
            <a:r>
              <a:rPr lang="en-US" sz="2200" dirty="0">
                <a:latin typeface="+mj-lt"/>
              </a:rPr>
              <a:t>. </a:t>
            </a:r>
            <a:r>
              <a:rPr lang="en-US" sz="2200" dirty="0">
                <a:latin typeface="+mj-lt"/>
                <a:hlinkClick r:id="rId2"/>
              </a:rPr>
              <a:t>https://matplotlib.org/</a:t>
            </a:r>
            <a:endParaRPr lang="en-US" sz="2200" dirty="0">
              <a:latin typeface="+mj-lt"/>
            </a:endParaRPr>
          </a:p>
          <a:p>
            <a:pPr lvl="1"/>
            <a:r>
              <a:rPr lang="en-US" sz="2200" dirty="0">
                <a:latin typeface="+mj-lt"/>
              </a:rPr>
              <a:t>VanderPlas, J. (2016). </a:t>
            </a:r>
            <a:r>
              <a:rPr lang="en-US" sz="2200" i="1" dirty="0">
                <a:latin typeface="+mj-lt"/>
              </a:rPr>
              <a:t>Python Data Science Handbook</a:t>
            </a:r>
            <a:r>
              <a:rPr lang="en-US" sz="2200" dirty="0">
                <a:latin typeface="+mj-lt"/>
              </a:rPr>
              <a:t>. O’Reilly Media. (Chapter on visualization with Matplotlib)</a:t>
            </a:r>
          </a:p>
          <a:p>
            <a:pPr lvl="1"/>
            <a:r>
              <a:rPr lang="en-US" sz="2200" dirty="0">
                <a:latin typeface="+mj-lt"/>
              </a:rPr>
              <a:t> NumPy Official Documentation Harris, C. R., et al. (2020). </a:t>
            </a:r>
            <a:r>
              <a:rPr lang="en-US" sz="2200" i="1" dirty="0">
                <a:latin typeface="+mj-lt"/>
              </a:rPr>
              <a:t>Array programming with NumPy</a:t>
            </a:r>
            <a:r>
              <a:rPr lang="en-US" sz="2200" dirty="0">
                <a:latin typeface="+mj-lt"/>
              </a:rPr>
              <a:t>. Nature, 585(7825), 357–362.</a:t>
            </a:r>
          </a:p>
          <a:p>
            <a:pPr lvl="1"/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Knaflic</a:t>
            </a:r>
            <a:r>
              <a:rPr lang="en-US" sz="2200" dirty="0">
                <a:latin typeface="+mj-lt"/>
              </a:rPr>
              <a:t>, C. N. (2015). </a:t>
            </a:r>
            <a:r>
              <a:rPr lang="en-US" sz="2200" i="1" dirty="0">
                <a:latin typeface="+mj-lt"/>
              </a:rPr>
              <a:t>Storytelling With Data: A Data Visualization Guide for Business Professionals</a:t>
            </a:r>
            <a:r>
              <a:rPr lang="en-US" sz="2200" dirty="0">
                <a:latin typeface="+mj-lt"/>
              </a:rPr>
              <a:t>. Wiley</a:t>
            </a:r>
          </a:p>
          <a:p>
            <a:pPr marL="457200" lvl="1" indent="0"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353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 Pro Semibold</vt:lpstr>
      <vt:lpstr>Vrinda</vt:lpstr>
      <vt:lpstr>Office Theme</vt:lpstr>
      <vt:lpstr>Multiple Plots in Matplotlib</vt:lpstr>
      <vt:lpstr>What Are Multiple Plots?</vt:lpstr>
      <vt:lpstr>Why Use Multiple Plots?</vt:lpstr>
      <vt:lpstr>When Would These Plots Be Used?</vt:lpstr>
      <vt:lpstr>Python Code</vt:lpstr>
      <vt:lpstr>Multiple Plots Graphic 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Theresha Miller</cp:lastModifiedBy>
  <cp:revision>2</cp:revision>
  <dcterms:created xsi:type="dcterms:W3CDTF">2013-01-27T09:14:16Z</dcterms:created>
  <dcterms:modified xsi:type="dcterms:W3CDTF">2025-11-18T03:07:17Z</dcterms:modified>
  <cp:category/>
</cp:coreProperties>
</file>